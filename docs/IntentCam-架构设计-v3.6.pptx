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" cy="155448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Noto Sans CJK SC"/>
                <a:ea typeface="Noto Sans CJK SC"/>
              </a:rPr>
              <a:t>IntentCam 意图相机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600" b="0" i="0">
                <a:solidFill>
                  <a:srgbClr val="9DC4FF"/>
                </a:solidFill>
                <a:latin typeface="Noto Sans CJK SC"/>
                <a:ea typeface="Noto Sans CJK SC"/>
              </a:rPr>
              <a:t>关键架构设计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D8E2F2"/>
                </a:solidFill>
                <a:latin typeface="Noto Sans CJK SC"/>
                <a:ea typeface="Noto Sans CJK SC"/>
              </a:rPr>
              <a:t>拍一张照片 → 多轮 LLM 识别 → 可执行的下一步(action chips)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8E9CB8"/>
                </a:solidFill>
                <a:latin typeface="Noto Sans CJK SC"/>
                <a:ea typeface="Noto Sans CJK SC"/>
              </a:rPr>
              <a:t>v3.6 最终架构 ·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产品定位:照片 = 意图的入口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What can the user do with this frame?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一句话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对取景内容做一次快门,得到结构化 bubble + 可点动作 chips,而不是一段文字描述。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动作优先 (action-first)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系统围绕「动作」组织:LLM 直接提议 action_ids,无意图分类法。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端侧先行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双 JPEG + 端侧 OCR hint 先行,LLM 只做理解、决策与转录。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可验证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每个动作都有 required input;缺参不终结,nudge 再查一轮。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Noto Sans CJK SC"/>
                <a:ea typeface="Noto Sans CJK SC"/>
              </a:rPr>
              <a:t>一次快门发生的事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057400"/>
            <a:ext cx="4297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2130552"/>
            <a:ext cx="40782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</a:rPr>
              <a:t>① 帧采集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3200px 缩略 + 4096px 原图 + 端侧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990088"/>
            <a:ext cx="4297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3063240"/>
            <a:ext cx="40782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</a:rPr>
              <a:t>② 多轮识别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≤4 轮工具调用,zoom_in 细看局部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922776"/>
            <a:ext cx="4297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3995928"/>
            <a:ext cx="40782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</a:rPr>
              <a:t>③ 结构化输出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bubble:摘要 + 细节表 + action_ids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855464"/>
            <a:ext cx="4297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4928616"/>
            <a:ext cx="40782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</a:rPr>
              <a:t>④ 动作执行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地图/拨号/分享/标签页 一触即达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端到端架构总览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快门 → bubble → chips,一条有界流水线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FrameAnalyzer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双 JPEG
+ OCR hint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12264" y="2121408"/>
            <a:ext cx="384048" cy="256032"/>
          </a:xfrm>
          <a:prstGeom prst="right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5728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CycleManager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队列 8
worker 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96512" y="2121408"/>
            <a:ext cx="384048" cy="256032"/>
          </a:xfrm>
          <a:prstGeom prst="right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ToolUseLoop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≤4 轮
4 工具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80760" y="2121408"/>
            <a:ext cx="384048" cy="256032"/>
          </a:xfrm>
          <a:prstGeom prst="right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Bubble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摘要+细节
+action_ids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5008" y="2121408"/>
            <a:ext cx="384048" cy="256032"/>
          </a:xfrm>
          <a:prstGeom prst="right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8472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动作解析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提议∩注册∩启用
+rescue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49256" y="2121408"/>
            <a:ext cx="384048" cy="256032"/>
          </a:xfrm>
          <a:prstGeom prst="right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32720" y="1691640"/>
            <a:ext cx="1664208" cy="114300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8" y="1764792"/>
            <a:ext cx="1444752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执行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Intent/Toast
/表单/页面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15468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两层边界:UI 只读 StateFlow;LLM 只通过工具与契约字段交互 —— 两侧都可独立替换。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11480" y="361188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20640"/>
                <a:gridCol w="475488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层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职责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关键约束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采集层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CameraX 帧 → 双 JPEG + 端侧 OCR hint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缩略图给 LLM,原图只服务 zoom_in 裁剪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编排层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CycleManager 排队/并发/状态流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队列 8 · 并发 2 · 90s 软超时,背压拒绝快门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识别层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ToolUseLoop 多轮工具调用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temperature 0 · MAX_TOKENS 8192 · ≤4 轮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动作层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注册表 + 解析器 + 校验门 + rescue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LLM 提议是唯一路由信号,rescue 只加不减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呈现层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Compose bubble 卡片 + chips + 整页页面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chip 三态:Validated / Spinner / Ghost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双模块:Android 壳 + 纯 JVM 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识别管线在 :shared —— 产品代码与评测代码是同一份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4F8CFF"/>
                </a:solidFill>
                <a:latin typeface="Noto Sans CJK SC"/>
                <a:ea typeface="Noto Sans CJK SC"/>
              </a:rPr>
              <a:t>:app(Android)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Compose UI(相机/卡片/详情页/标签页/设置)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CameraX 帧采集 · HMS ML Kit 端侧 OCR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ActionRegistry + action body(Intent/页面)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设置与持久化(SharedPreferences)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Noto Sans CJK SC"/>
                <a:ea typeface="Noto Sans CJK SC"/>
              </a:rPr>
              <a:t>:shared(纯 JVM Kotlin)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ToolUseLoop / LlmClient(SSE)/ 数据模型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InputParsers · ActionRescue · LabelHtml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0" i="0">
                <a:solidFill>
                  <a:srgbClr val="222A38"/>
                </a:solidFill>
                <a:latin typeface="Noto Sans CJK SC"/>
                <a:ea typeface="Noto Sans CJK SC"/>
              </a:rPr>
              <a:t>不含任何 android.* 引用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50" b="1" i="0">
                <a:solidFill>
                  <a:srgbClr val="222A38"/>
                </a:solidFill>
                <a:latin typeface="Noto Sans CJK SC"/>
                <a:ea typeface="Noto Sans CJK SC"/>
              </a:rPr>
              <a:t>同一份类跑两端</a:t>
            </a:r>
            <a:r>
              <a:rPr sz="1350" b="0" i="0">
                <a:solidFill>
                  <a:srgbClr val="5A6472"/>
                </a:solidFill>
                <a:latin typeface="Noto Sans CJK SC"/>
                <a:ea typeface="Noto Sans CJK SC"/>
              </a:rPr>
              <a:t>  app 运行 + JVM eval 评测,零漂移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864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14416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为什么:</a:t>
            </a: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eval 不复刻识别逻辑 —— 测的就是线上代码;Android 接缝(OCR/图像/注册表)以注入方式替换。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帧管线:双 JPEG + OCR hint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端侧先做能做的事,LLM 专注理解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6080760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产物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规格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用途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缩略图 JPEG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3200px · q90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发给 LLM(视觉上限内)+ bubble 展示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原图 JPEG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4096px · q95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zoom_in 裁剪源,保住小字细节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OCR hint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HMS ML Kit 离线(中/英)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第 1 轮随图注入:文字行 + 归一化 bbox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11155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bbox 贯通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OCR hint 的 bbox 供 zoom_in 定位,details[].bbox 回填详情页高亮点。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无 OCR 工具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OCR 自动跑:第 1 轮全图 + 每次 zoom_in 裁剪后,模型永远读得到刚放大区域的文字。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端侧优先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图像缩放/裁剪/编码全在端侧,网络只承担 LLM 推理。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CycleManager:有界生产者/消费者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快门是生产者,worker 池是消费者,UI 只订阅状态流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9105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CYCLE_QUEUE_DEPTH = 8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Noto Sans CJK SC"/>
                <a:ea typeface="Noto Sans CJK SC"/>
              </a:rPr>
              <a:t>排队+在途上限,满了拒拍(背压)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E6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9105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E64A8C"/>
                </a:solidFill>
                <a:latin typeface="Noto Sans CJK SC"/>
                <a:ea typeface="Noto Sans CJK SC"/>
              </a:rPr>
              <a:t>CYCLE_CONCURRENCY =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Noto Sans CJK SC"/>
                <a:ea typeface="Noto Sans CJK SC"/>
              </a:rPr>
              <a:t>并发 LLM 流上限(API 负载/内存)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6304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9105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Noto Sans CJK SC"/>
                <a:ea typeface="Noto Sans CJK SC"/>
              </a:rPr>
              <a:t>CYCLES_MAX_TOTAL = 8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Noto Sans CJK SC"/>
                <a:ea typeface="Noto Sans CJK SC"/>
              </a:rPr>
              <a:t>终态任务 FIFO 淘汰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1155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状态机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PENDING → IN_FLIGHT → COMPLETE / SUPERSEDED / ERRORED;新快门把旧周期降级为 SUPERSEDED(继续跑完不浪费)。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CycleSnapshot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每个周期的 status/bubble/nRounds/pendingInputs 都是独立 StateFlow —— 单周期更新不触发整表重组。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busy 派生流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busy = 聚焦周期处于 PENDING/IN_FLIGHT(flatMapLatest 派生,无手工标志位)。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90s 软超时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llmTimeoutMs 兜底挂起的 API 调用:周期标 ERRORED,保留最后可用 bubble。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多轮工具调用:LLM 的探索-收敛回路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temperature 0 · SSE 流式 · ≤4 轮 · emit_bubble 终止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70332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工具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职责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何时调用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zoom_in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按 bbox 从 4096 原图裁剪并回传(自动 OCR)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需要看清局部/小字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compare_text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模型读数 vs OCR hint 的端侧 diff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与 OCR 行不一致时校验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extract_text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对某区域单跑高保真 OCR,只回文字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只要准确字符,不需再看图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emit_bubble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终止轮:产出结构化 bubble(必须调用)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理解完成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94760"/>
            <a:ext cx="11155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emit_bubble 契约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content + intent(≤30字自由文本)+ details[](kind/label/value/bbox)+ confidence + action_ids + label_markdown?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action_ids 无枚举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可用动作拼进系统提示 actions ∈ {…},schema 不设 enum —— 注册表单一来源,永不漂移。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00" b="1" i="0">
                <a:solidFill>
                  <a:srgbClr val="222A38"/>
                </a:solidFill>
                <a:latin typeface="Noto Sans CJK SC"/>
                <a:ea typeface="Noto Sans CJK SC"/>
              </a:rPr>
              <a:t>确定性</a:t>
            </a:r>
            <a:r>
              <a:rPr sz="1400" b="0" i="0">
                <a:solidFill>
                  <a:srgbClr val="5A6472"/>
                </a:solidFill>
                <a:latin typeface="Noto Sans CJK SC"/>
                <a:ea typeface="Noto Sans CJK SC"/>
              </a:rPr>
              <a:t>  temperature=0 + MAX_TOKENS 8192,评测可复现。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Bubble:一次识别的结构化答案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跨模块(shared)纯数据类,UI 与评测共享同一模型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0956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字段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含义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title / detail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意图短语(≤30字)/ 场景详述,来自 emit_bubble.intent / content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details[]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抽取明细 kind/label/value/bbox → 详情页表格 + 位置高亮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confidence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0.0~1.0 置信度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llmProposedActions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LLM 的 action_ids 原样 —— 唯一路由信号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actions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解析后可见 chip 集(提议 ∩ 注册 ∩ 启用 ∪ rescue)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validatedInputs / pendingInputs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每个动作的必填项校验结果 → chip 三态与 nudge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labelMarkdown?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标签全文转录(view_label 的载荷与 rescue 线索)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UiState 另持:phase / cycles / error / debugEnabled / pendingAction / pendingConfirmation / renderedLabel。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动作系统:三级解析 + 校验门 +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LLM 提议是唯一路由信号,系统负责可执行性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490118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LLM 提议 action_ids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模型按 prompt 映射规则直选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26080" y="2148840"/>
            <a:ext cx="256032" cy="310896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13432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386584"/>
            <a:ext cx="490118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∩ 注册表白名单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未知 id 丢弃(防幻觉)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3044952"/>
            <a:ext cx="256032" cy="310896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209544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282696"/>
            <a:ext cx="490118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∩ 用户启用集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开发阶段全量启用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6080" y="3941064"/>
            <a:ext cx="256032" cy="310896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05656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BE8F1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178808"/>
            <a:ext cx="490118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∪ content rescue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电话/证件/收款码/标签 —— 只加不减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926080" y="4837176"/>
            <a:ext cx="256032" cy="310896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5001768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E6F7EC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74920"/>
            <a:ext cx="4901184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Bubble.actions(可见 chips)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417320"/>
            <a:ext cx="5669280" cy="4343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Noto Sans CJK SC"/>
                <a:ea typeface="Noto Sans CJK SC"/>
              </a:rPr>
              <a:t>ActionOrchestrator 校验门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5166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requiredInputs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每个动作声明必填输入(如 dial→phone_number,view_label→label_markdown)。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validateInputs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对每条 emit_bubble 跑 parser,写 validatedInputs/pendingInputs。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shouldFinalize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缺参 → CONTINUE:注入「还缺:X、Y」nudge 再来一轮(有界重试);齐 → FINALIZE。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rescue 时机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校验前注入,门看到的与 UI 渲染的是同一个 enriched bubble。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六个动作:注册表驱动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加一个动作 = 注册一个 ActionDef + prompt 一句映射 + eval 镜像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4206240"/>
                <a:gridCol w="1965960"/>
                <a:gridCol w="1188720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id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chip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出口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必填输入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簇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open_in_maps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在地图中打开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geo: Intent + 选择器(可按名称搜)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query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DELEGATE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dial_number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拨号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ACTION_DIAL(拨号器内再确认)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phone_number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EXECUTE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share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分享文本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ACTION_SEND text/plain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text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DELEGATE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view_label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查看标签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整页渲染页(分享图片/文字)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label_markdown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DELEGATE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scan_to_pay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扫码支付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安全提示 Toast(永不自动起支付)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EXECUTE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redact_id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遮挡证件号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提示 Toast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EXECUTE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64A8C"/>
                </a:solidFill>
                <a:latin typeface="Noto Sans CJK SC"/>
                <a:ea typeface="Noto Sans CJK SC"/>
              </a:rPr>
              <a:t>开发阶段(2026-07):</a:t>
            </a:r>
            <a:r>
              <a:rPr sz="1300" b="0" i="0">
                <a:solidFill>
                  <a:srgbClr val="222A38"/>
                </a:solidFill>
                <a:latin typeface="Noto Sans CJK SC"/>
                <a:ea typeface="Noto Sans CJK SC"/>
              </a:rPr>
              <a:t>确认弹窗与默认关闭开关已解除,chip 常显直达;机制(requiresConfirmation/userPrefKey)休眠保留,面向最终用户构建前按动作恢复。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Chip 三态 与 ActionOutcome 五路分发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编译期强制的两类封闭集合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94960" cy="804672"/>
          </a:xfrm>
          <a:prstGeom prst="roundRect">
            <a:avLst>
              <a:gd name="adj" fmla="val 8000"/>
            </a:avLst>
          </a:prstGeom>
          <a:solidFill>
            <a:srgbClr val="E6F7EC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51755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Validated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输入齐备 · 实色可点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394960" cy="804672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450592"/>
            <a:ext cx="51755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Spinner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周期未终结且未校验(含已算出 false):nudge 轮可能补齐,不可点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5394960" cy="80467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0712"/>
            <a:ext cx="517550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Noto Sans CJK SC"/>
                <a:ea typeface="Noto Sans CJK SC"/>
              </a:rPr>
              <a:t>Ghost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A6472"/>
                </a:solidFill>
                <a:latin typeface="Noto Sans CJK SC"/>
                <a:ea typeface="Noto Sans CJK SC"/>
              </a:rPr>
              <a:t>周期终结仍缺输入 · 灰色可点,body 自解释(「未发现可拨打的号码」)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440680" cy="40233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ActionOutcome(sealed,穷举 when)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983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None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纯 UI 副作用(预留)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LaunchAndroidIntent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地图/拨号/分享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ShowUiFeedback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Toast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RequestArgs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缺参弹表单,回填后再调 body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ShowRenderedLabel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携带副本的标签页载荷 → 全屏页面 overlay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要点:</a:t>
            </a:r>
            <a:r>
              <a:rPr sz="1300" b="0" i="0">
                <a:solidFill>
                  <a:srgbClr val="222A38"/>
                </a:solidFill>
                <a:latin typeface="Noto Sans CJK SC"/>
                <a:ea typeface="Noto Sans CJK SC"/>
              </a:rPr>
              <a:t>chip 可点性由「周期状态 × 校验结果」决定;新增 outcome 会强制编译器指出所有需处理的分发点。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view_label:标签识别 → 整页渲染 → 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零新增依赖 · 零存储权限 · 一个 FileProvider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3758183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</a:rPr>
              <a:t>label_markdown 契约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Noto Sans CJK SC"/>
                <a:ea typeface="Noto Sans CJK SC"/>
              </a:rPr>
              <a:t>LLM 用 markdown 逐字转录整个标签
(标题/字段列表/GFM 表格)</a:t>
            </a:r>
          </a:p>
        </p:txBody>
      </p:sp>
      <p:sp>
        <p:nvSpPr>
          <p:cNvPr id="8" name="Down Arrow 7"/>
          <p:cNvSpPr/>
          <p:nvPr/>
        </p:nvSpPr>
        <p:spPr>
          <a:xfrm>
            <a:off x="2331720" y="2286000"/>
            <a:ext cx="256032" cy="237744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532888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606040"/>
            <a:ext cx="3758183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</a:rPr>
              <a:t>LabelHtml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Noto Sans CJK SC"/>
                <a:ea typeface="Noto Sans CJK SC"/>
              </a:rPr>
              <a:t>手写 markdown 子集→HTML
escape-first 防注入 · 内置 CSS 模板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31720" y="3401568"/>
            <a:ext cx="256032" cy="237744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648456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721608"/>
            <a:ext cx="3758183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</a:rPr>
              <a:t>LabelPageScreen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Noto Sans CJK SC"/>
                <a:ea typeface="Noto Sans CJK SC"/>
              </a:rPr>
              <a:t>WebView 全屏渲染
viewport=device-width → CSS px=dp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331720" y="4517136"/>
            <a:ext cx="256032" cy="237744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764024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837176"/>
            <a:ext cx="3758183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</a:rPr>
              <a:t>整页截图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Noto Sans CJK SC"/>
                <a:ea typeface="Noto Sans CJK SC"/>
              </a:rPr>
              <a:t>enableSlowWholeDocumentDraw
resize→draw→同帧还原+空白守卫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331720" y="5632704"/>
            <a:ext cx="256032" cy="237744"/>
          </a:xfrm>
          <a:prstGeom prst="downArrow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5879592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8F0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952744"/>
            <a:ext cx="3758183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B2A4A"/>
                </a:solidFill>
                <a:latin typeface="Noto Sans CJK SC"/>
                <a:ea typeface="Noto Sans CJK SC"/>
              </a:rPr>
              <a:t>分享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Noto Sans CJK SC"/>
                <a:ea typeface="Noto Sans CJK SC"/>
              </a:rPr>
              <a:t>图片:FileProvider+ClipData
文字:ACTION_SEND text/plain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417320"/>
            <a:ext cx="6812280" cy="4892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60020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2A4A"/>
                </a:solidFill>
                <a:latin typeface="Noto Sans CJK SC"/>
                <a:ea typeface="Noto Sans CJK SC"/>
              </a:rPr>
              <a:t>关键工程决策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10312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契约即载荷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label_markdown 同时是渲染源与「分享文字」内容;也是 view_label 的必填输入与 rescue 线索。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不引三方库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markdown→HTML 转换器 ~200 行纯 Kotlin(shared,可 JVM 冒烟测试)。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截屏上可见的 WebView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离屏 WebView 不保证光栅化(两次空白教训);enableSlowWholeDocumentDraw 让折叠线以下内容可被绘制。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payload 带副本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bubble 被逐出历史后页面照常显示。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250" b="1" i="0">
                <a:solidFill>
                  <a:srgbClr val="222A38"/>
                </a:solidFill>
                <a:latin typeface="Noto Sans CJK SC"/>
                <a:ea typeface="Noto Sans CJK SC"/>
              </a:rPr>
              <a:t>DEBUG 钩子</a:t>
            </a: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  am start --ez dev_label_page true:无相机/无 LLM 全链路自检。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设置与持久化:默认即可用,修改才接管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SharedPreferences + BuildConfig 烘焙缺省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烘焙缺省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secrets.properties → BuildConfig.DEFAULT_AUTH_TOKEN;prefs 无 token 键时回落到它(随新 APK 轮换)。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脏检查保存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离开设置页仅当用户改过 LLM 字段才落盘 —— 无修改访问零写入,缺省 token 长期有效;一旦修改,用户接管整个配置。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调试日志开关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位于设置页,默认关闭;相机顶栏因此只剩设置齿轮。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450" b="1" i="0">
                <a:solidFill>
                  <a:srgbClr val="222A38"/>
                </a:solidFill>
                <a:latin typeface="Noto Sans CJK SC"/>
                <a:ea typeface="Noto Sans CJK SC"/>
              </a:rPr>
              <a:t>界面即设置</a:t>
            </a:r>
            <a:r>
              <a:rPr sz="1450" b="0" i="0">
                <a:solidFill>
                  <a:srgbClr val="5A6472"/>
                </a:solidFill>
                <a:latin typeface="Noto Sans CJK SC"/>
                <a:ea typeface="Noto Sans CJK SC"/>
              </a:rPr>
              <a:t>  设置页 = 接口三字段(baseUrl/token/model)+ 调试开关 + 关于;返回即保存(带脏检查),无保存/恢复默认按钮。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Eval:与产品同源的度量体系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JVM 直跑 :shared,无需设备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composite = 0.55·r_actions + 0.30·r_text + 0.15·r_inputs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C9D6EA"/>
                </a:solidFill>
                <a:latin typeface="Noto Sans CJK SC"/>
                <a:ea typeface="Noto Sans CJK SC"/>
              </a:rPr>
              <a:t>r_actions = 期望动作集合召回 · r_text = 关键词混合匹配 · r_inputs = 必填项满足率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镜像而非复刻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EvalRunner 复用 ActionRescue/InputParsers,动作词表与注册表 lockstep。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套件即回归网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baselines.json 登记基线,|Δ|≥0.05 触发告警。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00" b="1" i="0">
                <a:solidFill>
                  <a:srgbClr val="4F8CFF"/>
                </a:solidFill>
                <a:latin typeface="Noto Sans CJK SC"/>
                <a:ea typeface="Noto Sans CJK SC"/>
              </a:rPr>
              <a:t>▸ </a:t>
            </a:r>
            <a:r>
              <a:rPr sz="1300" b="1" i="0">
                <a:solidFill>
                  <a:srgbClr val="222A38"/>
                </a:solidFill>
                <a:latin typeface="Noto Sans CJK SC"/>
                <a:ea typeface="Noto Sans CJK SC"/>
              </a:rPr>
              <a:t>精度哨兵</a:t>
            </a:r>
            <a:r>
              <a:rPr sz="1300" b="0" i="0">
                <a:solidFill>
                  <a:srgbClr val="5A6472"/>
                </a:solidFill>
                <a:latin typeface="Noto Sans CJK SC"/>
                <a:ea typeface="Noto Sans CJK SC"/>
              </a:rPr>
              <a:t>  none 套件 over_fire_rate 监控误开火。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417320"/>
          <a:ext cx="5532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417320"/>
              </a:tblGrid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套件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基线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n</a:t>
                      </a:r>
                    </a:p>
                  </a:txBody>
                  <a:tcPr marL="73152" marR="54864" marT="27432" marB="27432"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dial_number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0.9049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29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open_in_maps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0.9144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34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share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0.9587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38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scan_to_pay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0.8444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none(过火检查)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0.9474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view_label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0.6711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A38"/>
                          </a:solidFill>
                          <a:latin typeface="Noto Sans CJK SC"/>
                          <a:ea typeface="Noto Sans CJK SC"/>
                        </a:rPr>
                        <a:t>30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4663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Noto Sans CJK SC"/>
                <a:ea typeface="Noto Sans CJK SC"/>
              </a:rPr>
              <a:t>kimi k3 @ 2026-07-19 基线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B2A4A"/>
                </a:solidFill>
                <a:latin typeface="Noto Sans CJK SC"/>
                <a:ea typeface="Noto Sans CJK SC"/>
              </a:rPr>
              <a:t>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Noto Sans CJK SC"/>
                <a:ea typeface="Noto Sans CJK SC"/>
              </a:rPr>
              <a:t>六条贯穿全局的取舍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274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D5DCE6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91056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1. LLM 权威,无分类法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intent 是自由文本,action_ids 是唯一路由信号 —— 没有第二种真相需要同步。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591056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2. 字符串注册表,而非枚举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action = 注册一条 ActionDef;prompt 词表运行时拼接,schema/文档/评测同一来源。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3580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163824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3. 识别逻辑只写一遍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:shared 纯 JVM,app 与 eval 共用 —— 从根上消除「评测复刻漂移」。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35808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3163824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4. rescue 只加不减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可验证内容线索(电话/证件/收款码/标签字段)兜底补 chip,永远不替 LLM 做减法。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08576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736592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5. 可执行性前置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requiredInputs + 校验门:缺参不终结、chip 不可点,失败发生在用户点击之前。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608576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4736592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2A4A"/>
                </a:solidFill>
                <a:latin typeface="Noto Sans CJK SC"/>
                <a:ea typeface="Noto Sans CJK SC"/>
              </a:rPr>
              <a:t>6. 零依赖渲染/导出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Noto Sans CJK SC"/>
                <a:ea typeface="Noto Sans CJK SC"/>
              </a:rPr>
              <a:t>手写 markdown→HTML + 可见 WebView 截图:无三方库、无存储权限、截图路径经真机+模拟器验证。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D6EA"/>
                </a:solidFill>
                <a:latin typeface="Noto Sans CJK SC"/>
                <a:ea typeface="Noto Sans CJK SC"/>
              </a:rPr>
              <a:t>IntentCam v3.6 · 架构即代码:registry / contract / pipeline 三处入手即可扩展。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